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02e58d6fe94590" /><Relationship Type="http://schemas.openxmlformats.org/officeDocument/2006/relationships/extended-properties" Target="/docProps/app.xml" Id="R4f459e4059b54a0a" /><Relationship Type="http://schemas.openxmlformats.org/officeDocument/2006/relationships/officeDocument" Target="/ppt/presentation.xml" Id="Rafa8f97c2948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bf7f5e7dcc47bd"/>
  </p:sldMasterIdLst>
  <p:notesMasterIdLst>
    <p:notesMasterId xmlns:r="http://schemas.openxmlformats.org/officeDocument/2006/relationships" r:id="R9b136175b69c4daf"/>
  </p:notesMasterIdLst>
  <p:sldIdLst>
    <p:sldId xmlns:r="http://schemas.openxmlformats.org/officeDocument/2006/relationships" id="256" r:id="R0c4754b8b5a24b06"/>
    <p:sldId xmlns:r="http://schemas.openxmlformats.org/officeDocument/2006/relationships" id="257" r:id="R746d301c1e6446b8"/>
    <p:sldId xmlns:r="http://schemas.openxmlformats.org/officeDocument/2006/relationships" id="258" r:id="Rf1892eed39b74a54"/>
    <p:sldId xmlns:r="http://schemas.openxmlformats.org/officeDocument/2006/relationships" id="259" r:id="Rd9d6e92b4e134fd2"/>
    <p:sldId xmlns:r="http://schemas.openxmlformats.org/officeDocument/2006/relationships" id="260" r:id="R1b0d5e817ce94aee"/>
    <p:sldId xmlns:r="http://schemas.openxmlformats.org/officeDocument/2006/relationships" id="261" r:id="R20dbd999406c4546"/>
    <p:sldId xmlns:r="http://schemas.openxmlformats.org/officeDocument/2006/relationships" id="262" r:id="Reb129ed6666d4e7c"/>
    <p:sldId xmlns:r="http://schemas.openxmlformats.org/officeDocument/2006/relationships" id="263" r:id="R2a0c8ece9210421e"/>
    <p:sldId xmlns:r="http://schemas.openxmlformats.org/officeDocument/2006/relationships" id="264" r:id="R2235d3eec1904baf"/>
    <p:sldId xmlns:r="http://schemas.openxmlformats.org/officeDocument/2006/relationships" id="265" r:id="Rdfef409c02f44a16"/>
    <p:sldId xmlns:r="http://schemas.openxmlformats.org/officeDocument/2006/relationships" id="266" r:id="R4bc41f3ec5fa44d1"/>
    <p:sldId xmlns:r="http://schemas.openxmlformats.org/officeDocument/2006/relationships" id="267" r:id="R5741ae3dc74b40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1d04a0e42f44b7" /><Relationship Type="http://schemas.openxmlformats.org/officeDocument/2006/relationships/slideMaster" Target="/ppt/slideMasters/slideMaster1.xml" Id="R72bf7f5e7dcc47bd" /><Relationship Type="http://schemas.openxmlformats.org/officeDocument/2006/relationships/notesMaster" Target="/ppt/notesMasters/notesMaster1.xml" Id="R9b136175b69c4daf" /><Relationship Type="http://schemas.openxmlformats.org/officeDocument/2006/relationships/presProps" Target="/ppt/presProps.xml" Id="Ra34bc967e8b3453b" /><Relationship Type="http://schemas.openxmlformats.org/officeDocument/2006/relationships/viewProps" Target="/ppt/viewProps.xml" Id="Rfe8445ad02ce4c7d" /><Relationship Type="http://schemas.openxmlformats.org/officeDocument/2006/relationships/tableStyles" Target="/ppt/tableStyles.xml" Id="Raede8ba88a4442d5" /><Relationship Type="http://schemas.openxmlformats.org/officeDocument/2006/relationships/slide" Target="/ppt/slides/slide1.xml" Id="R0c4754b8b5a24b06" /><Relationship Type="http://schemas.openxmlformats.org/officeDocument/2006/relationships/slide" Target="/ppt/slides/slide2.xml" Id="R746d301c1e6446b8" /><Relationship Type="http://schemas.openxmlformats.org/officeDocument/2006/relationships/slide" Target="/ppt/slides/slide3.xml" Id="Rf1892eed39b74a54" /><Relationship Type="http://schemas.openxmlformats.org/officeDocument/2006/relationships/slide" Target="/ppt/slides/slide4.xml" Id="Rd9d6e92b4e134fd2" /><Relationship Type="http://schemas.openxmlformats.org/officeDocument/2006/relationships/slide" Target="/ppt/slides/slide5.xml" Id="R1b0d5e817ce94aee" /><Relationship Type="http://schemas.openxmlformats.org/officeDocument/2006/relationships/slide" Target="/ppt/slides/slide6.xml" Id="R20dbd999406c4546" /><Relationship Type="http://schemas.openxmlformats.org/officeDocument/2006/relationships/slide" Target="/ppt/slides/slide7.xml" Id="Reb129ed6666d4e7c" /><Relationship Type="http://schemas.openxmlformats.org/officeDocument/2006/relationships/slide" Target="/ppt/slides/slide8.xml" Id="R2a0c8ece9210421e" /><Relationship Type="http://schemas.openxmlformats.org/officeDocument/2006/relationships/slide" Target="/ppt/slides/slide9.xml" Id="R2235d3eec1904baf" /><Relationship Type="http://schemas.openxmlformats.org/officeDocument/2006/relationships/slide" Target="/ppt/slides/slide10.xml" Id="Rdfef409c02f44a16" /><Relationship Type="http://schemas.openxmlformats.org/officeDocument/2006/relationships/slide" Target="/ppt/slides/slide11.xml" Id="R4bc41f3ec5fa44d1" /><Relationship Type="http://schemas.openxmlformats.org/officeDocument/2006/relationships/slide" Target="/ppt/slides/slide12.xml" Id="R5741ae3dc74b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285270918147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ba87661e6f4ebc" /><Relationship Type="http://schemas.openxmlformats.org/officeDocument/2006/relationships/notesMaster" Target="/ppt/notesMasters/notesMaster1.xml" Id="R1230141eb88c47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a4cdddbfd74812" /><Relationship Type="http://schemas.openxmlformats.org/officeDocument/2006/relationships/notesMaster" Target="/ppt/notesMasters/notesMaster1.xml" Id="R75091ccb375946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42a9e058a4169" /><Relationship Type="http://schemas.openxmlformats.org/officeDocument/2006/relationships/notesMaster" Target="/ppt/notesMasters/notesMaster1.xml" Id="R9e4bdcfdbd51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bf2c7bed724e07" /><Relationship Type="http://schemas.openxmlformats.org/officeDocument/2006/relationships/notesMaster" Target="/ppt/notesMasters/notesMaster1.xml" Id="Radb79f9819bb4b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970af9a7384df1" /><Relationship Type="http://schemas.openxmlformats.org/officeDocument/2006/relationships/notesMaster" Target="/ppt/notesMasters/notesMaster1.xml" Id="R174395d3825a42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127a3e78734aa5" /><Relationship Type="http://schemas.openxmlformats.org/officeDocument/2006/relationships/notesMaster" Target="/ppt/notesMasters/notesMaster1.xml" Id="R004987d0ddaa42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4fbd6727d34e94" /><Relationship Type="http://schemas.openxmlformats.org/officeDocument/2006/relationships/notesMaster" Target="/ppt/notesMasters/notesMaster1.xml" Id="Rc668ae1f000a46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b6c73b290341ea" /><Relationship Type="http://schemas.openxmlformats.org/officeDocument/2006/relationships/notesMaster" Target="/ppt/notesMasters/notesMaster1.xml" Id="R8d70baa7f20441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ba323d704141b5" /><Relationship Type="http://schemas.openxmlformats.org/officeDocument/2006/relationships/notesMaster" Target="/ppt/notesMasters/notesMaster1.xml" Id="R97b521aca34f4f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26bacc73f9438b" /><Relationship Type="http://schemas.openxmlformats.org/officeDocument/2006/relationships/notesMaster" Target="/ppt/notesMasters/notesMaster1.xml" Id="R2d28d9d08fba44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d17643ebef4061" /><Relationship Type="http://schemas.openxmlformats.org/officeDocument/2006/relationships/notesMaster" Target="/ppt/notesMasters/notesMaster1.xml" Id="R0950e56887cd48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89e5dc220347b7" /><Relationship Type="http://schemas.openxmlformats.org/officeDocument/2006/relationships/notesMaster" Target="/ppt/notesMasters/notesMaster1.xml" Id="R115f1efc70c549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Контакты: Telegram phnid; nikkruglov16@gmail.com. Официальный шаблон ЛЦТ2026.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Критерии взяты из about project.pdf, стр. 3–8. Нагрузка на специалистов дана как мотивация, не количественная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Модельные оценки для проверки специалистом, не клиническое заключение.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docs/ARCHITECTURE.md; frozen веса и конфигурации: docs/context/MODEL_INVENTORY.md.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Официальные компоненты: about project.pdf, стр. 3–8. Hip positioning/rotation — единая метка.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Данные: artifacts/E000_data_audit и docs/context/DATASET_STATE.md. Source folder ID и StudyUID различаются.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E007, E010, E015, E019 из docs/EXPERIMENTS_SUMMARY.md. E019 CI прироста F1 пересекает ноль.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E007: artifacts/E019_A3_recheck_v1/comparison.json. E024: SUBMISSION_READINESS_REPORT.md. E025: docs/E025_DIAGNOSTIC_REPORT_2026-09-24.md.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локального web UI, 29.09.2026; без пациентских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Статус на 29.09.2026. Не заявлять выполнение лимита ≤3 минут без финального замера.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docs/LIMITATIONS.md; docs/context/GEOMETRY.md. Никаких новых ML-экспериментов при stop-code.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Контакты предоставлены владельцем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e949ced4e4881" /><Relationship Type="http://schemas.openxmlformats.org/officeDocument/2006/relationships/image" Target="/ppt/media/image2.png" Id="R48d6da39556d4c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a1eb381a34f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91dc05c6b4c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3c54b16e246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a06ed128643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fab3d456245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c461351954a2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4bc7f4f4d41b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6c6971bb348a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ef10ecc4a45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1d0b1796d41e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fe4253c4340d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70f5ae21447a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85d379472425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b05cd878b4fc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e1e9b1ec3462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a6d99abcc418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1482071b243c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32b815c6a49d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306131c4d4a7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b46cde0a54ad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822d7c57b413d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341d40ea04434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48d6da39556d4cc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81eb89d8e9248ae" /><Relationship Type="http://schemas.openxmlformats.org/officeDocument/2006/relationships/theme" Target="/ppt/slideMasters/theme/theme2.xml" Id="R2b83fdd8f60843f7" /><Relationship Type="http://schemas.openxmlformats.org/officeDocument/2006/relationships/slideLayout" Target="/ppt/slideLayouts/slideLayout1.xml" Id="R911b868ed1e94e29" /><Relationship Type="http://schemas.openxmlformats.org/officeDocument/2006/relationships/slideLayout" Target="/ppt/slideLayouts/slideLayout2.xml" Id="R78330f6782a640c8" /><Relationship Type="http://schemas.openxmlformats.org/officeDocument/2006/relationships/slideLayout" Target="/ppt/slideLayouts/slideLayout3.xml" Id="R91c99369d2194459" /><Relationship Type="http://schemas.openxmlformats.org/officeDocument/2006/relationships/slideLayout" Target="/ppt/slideLayouts/slideLayout4.xml" Id="R5a8d6856266d409e" /><Relationship Type="http://schemas.openxmlformats.org/officeDocument/2006/relationships/slideLayout" Target="/ppt/slideLayouts/slideLayout5.xml" Id="R2c2a7102ee304bb6" /><Relationship Type="http://schemas.openxmlformats.org/officeDocument/2006/relationships/slideLayout" Target="/ppt/slideLayouts/slideLayout6.xml" Id="Rc69796e68cf040ee" /><Relationship Type="http://schemas.openxmlformats.org/officeDocument/2006/relationships/slideLayout" Target="/ppt/slideLayouts/slideLayout7.xml" Id="R12d1e6b340b44c89" /><Relationship Type="http://schemas.openxmlformats.org/officeDocument/2006/relationships/slideLayout" Target="/ppt/slideLayouts/slideLayout8.xml" Id="Rc1a1da01e0b84849" /><Relationship Type="http://schemas.openxmlformats.org/officeDocument/2006/relationships/slideLayout" Target="/ppt/slideLayouts/slideLayout9.xml" Id="Rbdc6ef23dbb74cd2" /><Relationship Type="http://schemas.openxmlformats.org/officeDocument/2006/relationships/slideLayout" Target="/ppt/slideLayouts/slideLayout10.xml" Id="Rab5cd3f337fe4ec8" /><Relationship Type="http://schemas.openxmlformats.org/officeDocument/2006/relationships/slideLayout" Target="/ppt/slideLayouts/slideLayout11.xml" Id="R7de842de04824b24" /><Relationship Type="http://schemas.openxmlformats.org/officeDocument/2006/relationships/slideLayout" Target="/ppt/slideLayouts/slideLayout12.xml" Id="Rc577df309c1744bd" /><Relationship Type="http://schemas.openxmlformats.org/officeDocument/2006/relationships/slideLayout" Target="/ppt/slideLayouts/slideLayout13.xml" Id="Rdf0d370370224ae6" /><Relationship Type="http://schemas.openxmlformats.org/officeDocument/2006/relationships/slideLayout" Target="/ppt/slideLayouts/slideLayout14.xml" Id="R3d6233746cfc4325" /><Relationship Type="http://schemas.openxmlformats.org/officeDocument/2006/relationships/slideLayout" Target="/ppt/slideLayouts/slideLayout15.xml" Id="R7cfb439c859340ca" /><Relationship Type="http://schemas.openxmlformats.org/officeDocument/2006/relationships/slideLayout" Target="/ppt/slideLayouts/slideLayout16.xml" Id="R0840a55e1d584377" /><Relationship Type="http://schemas.openxmlformats.org/officeDocument/2006/relationships/slideLayout" Target="/ppt/slideLayouts/slideLayout17.xml" Id="Rdf6187b20bf347e2" /><Relationship Type="http://schemas.openxmlformats.org/officeDocument/2006/relationships/slideLayout" Target="/ppt/slideLayouts/slideLayout18.xml" Id="R55b49616c7a340b3" /><Relationship Type="http://schemas.openxmlformats.org/officeDocument/2006/relationships/slideLayout" Target="/ppt/slideLayouts/slideLayout19.xml" Id="R1280dc212db142f3" /><Relationship Type="http://schemas.openxmlformats.org/officeDocument/2006/relationships/slideLayout" Target="/ppt/slideLayouts/slideLayout20.xml" Id="Ra7564324831743fa" /><Relationship Type="http://schemas.openxmlformats.org/officeDocument/2006/relationships/slideLayout" Target="/ppt/slideLayouts/slideLayout21.xml" Id="Re9f4ec3457624237" /><Relationship Type="http://schemas.openxmlformats.org/officeDocument/2006/relationships/slideLayout" Target="/ppt/slideLayouts/slideLayout22.xml" Id="Rbfedc107b48d4763" /><Relationship Type="http://schemas.openxmlformats.org/officeDocument/2006/relationships/slideLayout" Target="/ppt/slideLayouts/slideLayout23.xml" Id="R8f319408bcc0456b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1eb89d8e9248a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1b868ed1e94e29"/>
    <p:sldLayoutId xmlns:r="http://schemas.openxmlformats.org/officeDocument/2006/relationships" id="2147483650" r:id="R78330f6782a640c8"/>
    <p:sldLayoutId xmlns:r="http://schemas.openxmlformats.org/officeDocument/2006/relationships" id="2147483651" r:id="R91c99369d2194459"/>
    <p:sldLayoutId xmlns:r="http://schemas.openxmlformats.org/officeDocument/2006/relationships" id="2147483652" r:id="R5a8d6856266d409e"/>
    <p:sldLayoutId xmlns:r="http://schemas.openxmlformats.org/officeDocument/2006/relationships" id="2147483653" r:id="R2c2a7102ee304bb6"/>
    <p:sldLayoutId xmlns:r="http://schemas.openxmlformats.org/officeDocument/2006/relationships" id="2147483654" r:id="Rc69796e68cf040ee"/>
    <p:sldLayoutId xmlns:r="http://schemas.openxmlformats.org/officeDocument/2006/relationships" id="2147483655" r:id="R12d1e6b340b44c89"/>
    <p:sldLayoutId xmlns:r="http://schemas.openxmlformats.org/officeDocument/2006/relationships" id="2147483656" r:id="Rc1a1da01e0b84849"/>
    <p:sldLayoutId xmlns:r="http://schemas.openxmlformats.org/officeDocument/2006/relationships" id="2147483657" r:id="Rbdc6ef23dbb74cd2"/>
    <p:sldLayoutId xmlns:r="http://schemas.openxmlformats.org/officeDocument/2006/relationships" id="2147483658" r:id="Rab5cd3f337fe4ec8"/>
    <p:sldLayoutId xmlns:r="http://schemas.openxmlformats.org/officeDocument/2006/relationships" id="2147483659" r:id="R7de842de04824b24"/>
    <p:sldLayoutId xmlns:r="http://schemas.openxmlformats.org/officeDocument/2006/relationships" id="2147483660" r:id="Rc577df309c1744bd"/>
    <p:sldLayoutId xmlns:r="http://schemas.openxmlformats.org/officeDocument/2006/relationships" id="2147483661" r:id="Rdf0d370370224ae6"/>
    <p:sldLayoutId xmlns:r="http://schemas.openxmlformats.org/officeDocument/2006/relationships" id="2147483662" r:id="R3d6233746cfc4325"/>
    <p:sldLayoutId xmlns:r="http://schemas.openxmlformats.org/officeDocument/2006/relationships" id="2147483663" r:id="R7cfb439c859340ca"/>
    <p:sldLayoutId xmlns:r="http://schemas.openxmlformats.org/officeDocument/2006/relationships" id="2147483664" r:id="R0840a55e1d584377"/>
    <p:sldLayoutId xmlns:r="http://schemas.openxmlformats.org/officeDocument/2006/relationships" id="2147483665" r:id="Rdf6187b20bf347e2"/>
    <p:sldLayoutId xmlns:r="http://schemas.openxmlformats.org/officeDocument/2006/relationships" id="2147483666" r:id="R55b49616c7a340b3"/>
    <p:sldLayoutId xmlns:r="http://schemas.openxmlformats.org/officeDocument/2006/relationships" id="2147483667" r:id="R1280dc212db142f3"/>
    <p:sldLayoutId xmlns:r="http://schemas.openxmlformats.org/officeDocument/2006/relationships" id="2147483668" r:id="Ra7564324831743fa"/>
    <p:sldLayoutId xmlns:r="http://schemas.openxmlformats.org/officeDocument/2006/relationships" id="2147483669" r:id="Re9f4ec3457624237"/>
    <p:sldLayoutId xmlns:r="http://schemas.openxmlformats.org/officeDocument/2006/relationships" id="2147483670" r:id="Rbfedc107b48d4763"/>
    <p:sldLayoutId xmlns:r="http://schemas.openxmlformats.org/officeDocument/2006/relationships" id="2147483671" r:id="R8f319408bcc0456b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5ed087b2d4898" /><Relationship Type="http://schemas.openxmlformats.org/officeDocument/2006/relationships/notesSlide" Target="/ppt/notesSlides/notesSlide1.xml" Id="R7c8fedfddff14f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de9546aecd84801" /><Relationship Type="http://schemas.openxmlformats.org/officeDocument/2006/relationships/image" Target="/ppt/media/image.png" Id="R7cd8299edf924664" /><Relationship Type="http://schemas.openxmlformats.org/officeDocument/2006/relationships/notesSlide" Target="/ppt/notesSlides/notesSlide2.xml" Id="R3cb4c745f3e048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d11bb1fa848ea" /><Relationship Type="http://schemas.openxmlformats.org/officeDocument/2006/relationships/notesSlide" Target="/ppt/notesSlides/notesSlide3.xml" Id="R820573a387b341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3cbd035f1994451" /><Relationship Type="http://schemas.openxmlformats.org/officeDocument/2006/relationships/image" Target="/ppt/media/image.png" Id="Ra8634a16e44b4ab4" /><Relationship Type="http://schemas.openxmlformats.org/officeDocument/2006/relationships/notesSlide" Target="/ppt/notesSlides/notesSlide4.xml" Id="R8bb295c985a24d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d2ae88405214b4c" /><Relationship Type="http://schemas.openxmlformats.org/officeDocument/2006/relationships/image" Target="/ppt/media/image.png" Id="R45a50c1b3e214802" /><Relationship Type="http://schemas.openxmlformats.org/officeDocument/2006/relationships/notesSlide" Target="/ppt/notesSlides/notesSlide5.xml" Id="R98dc69970fa94e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5dd40524318491b" /><Relationship Type="http://schemas.openxmlformats.org/officeDocument/2006/relationships/image" Target="/ppt/media/image.png" Id="R6e6be55b8f7141dc" /><Relationship Type="http://schemas.openxmlformats.org/officeDocument/2006/relationships/notesSlide" Target="/ppt/notesSlides/notesSlide6.xml" Id="R6adf2150ceea4c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3d3929ecb1491b" /><Relationship Type="http://schemas.openxmlformats.org/officeDocument/2006/relationships/image" Target="/ppt/media/image.png" Id="R5a119ef941a040dd" /><Relationship Type="http://schemas.openxmlformats.org/officeDocument/2006/relationships/notesSlide" Target="/ppt/notesSlides/notesSlide7.xml" Id="R1ed0c664f60a45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7663eb522e44093" /><Relationship Type="http://schemas.openxmlformats.org/officeDocument/2006/relationships/image" Target="/ppt/media/image.png" Id="R442c799cd67b4deb" /><Relationship Type="http://schemas.openxmlformats.org/officeDocument/2006/relationships/notesSlide" Target="/ppt/notesSlides/notesSlide8.xml" Id="Rd2885d9e059344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27b6c80dbe40d5" /><Relationship Type="http://schemas.openxmlformats.org/officeDocument/2006/relationships/image" Target="/ppt/media/image.png" Id="Rbb0fde6988ab4dfc" /><Relationship Type="http://schemas.openxmlformats.org/officeDocument/2006/relationships/image" Target="/ppt/media/image.jpeg" Id="R2eb41d110c9241d2" /><Relationship Type="http://schemas.openxmlformats.org/officeDocument/2006/relationships/notesSlide" Target="/ppt/notesSlides/notesSlide9.xml" Id="Rdca86c64a92a4f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a389fb7ba2a4519" /><Relationship Type="http://schemas.openxmlformats.org/officeDocument/2006/relationships/image" Target="/ppt/media/image.png" Id="R537efddf01b146b2" /><Relationship Type="http://schemas.openxmlformats.org/officeDocument/2006/relationships/notesSlide" Target="/ppt/notesSlides/notesSlide10.xml" Id="R05ba09c3831949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36d2afe9a44c9d" /><Relationship Type="http://schemas.openxmlformats.org/officeDocument/2006/relationships/image" Target="/ppt/media/image.png" Id="R22a4ea5542754908" /><Relationship Type="http://schemas.openxmlformats.org/officeDocument/2006/relationships/notesSlide" Target="/ppt/notesSlides/notesSlide11.xml" Id="Rbfac989442c64f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9caa8e66e4f09" /><Relationship Type="http://schemas.openxmlformats.org/officeDocument/2006/relationships/notesSlide" Target="/ppt/notesSlides/notesSlide12.xml" Id="R5afaa45a210f43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92E64-57D3-4006-A323-71C9DD2E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DXA QC  /  WWTEAM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FB824-85AD-4FAD-A8E4-E666FA70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качества DXA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91E74-4762-414D-8781-BE2D3D8F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Локальный анализ DICOM-исследований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Поясничный отдел и проксимальное бедро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WWTEAM · ЛЦТ 2026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cd8299edf92466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7D2FFD-05E7-46FC-9E2B-D89F9072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Проблема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1EBD3-F8C6-40D4-8DD5-D60AF98D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287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Контроль укладки, оси, ROI и артефактов требует внимания специалиста.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Несколько изображений и серий образуют одно исследование. Ошибки легко потерять при ручной пакетной проверке.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B6B0E-D602-4821-9E66-16D106A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DXA QC  /  WWTEAM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32EA3-7551-4A63-B678-E89DDFCC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Наше решение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A35EA-83A4-49F3-B8B0-1359F90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DICOM  →  автоматический маршрут spine/hip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           →  оценка качества и нарушений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           →  CSV, JSON и web UI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634a16e44b4ab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ADB1B-3374-47F5-9764-329A185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Архитектура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B69F1-6856-4DD4-9912-057FA7AC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287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DICOM и preprocessing</a:t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↓</a:t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DINOv3 Large + MedImageInsight (локальные frozen encoders)</a:t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↓</a:t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E023 anatomy router + E007 A3 MIL / QC heads</a:t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↓</a:t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Сохранённая калибровка → CSV / JSON / Web UI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5a50c1b3e21480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2D8AD-D345-416F-95D2-3BE83F51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Пять типов нарушений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AA395-1718-4089-B328-C644EE05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287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ПОЗВОНОЧНИК</a:t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Некорректная укладка · Не выравнена ось · Посторонние предметы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БЕДРО</a:t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Некорректная укладка с ротацией · Некорректная область интереса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Качество — отдельная learned target.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e6be55b8f7141d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A57E0-E20D-4741-BADF-35699CCA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Данные и защита от утечки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67F62-EB1F-4E92-8327-42C17E00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287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499 DICOM · 100 исходных исследований · 252 уникальных пикселя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Групповые фолды удерживают одно исследование и дубликаты вместе.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Пропущенные метки маскируются; Dataset_test используется только для проверки загрузки.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a119ef941a040d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B9713-6BC3-40C5-AA44-AA940AF6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Эксперименты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819150" y="2686050"/>
          <a:ext xmlns:a="http://schemas.openxmlformats.org/drawingml/2006/main" cx="1038225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60750"/>
                <a:gridCol w="3460750"/>
                <a:gridCol w="3460750"/>
              </a:tblGrid>
              <a:tr h="5905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Вариант</a:t>
                      </a:r>
                    </a:p>
                  </a:txBody>
                  <a:tcPr marL="91440" marR="91440" marT="45720" marB="45720">
                    <a:solidFill>
                      <a:srgbClr val="4D0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Proxy macro-F1</a:t>
                      </a:r>
                    </a:p>
                  </a:txBody>
                  <a:tcPr marL="91440" marR="91440" marT="45720" marB="45720">
                    <a:solidFill>
                      <a:srgbClr val="4D0C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Вывод</a:t>
                      </a:r>
                    </a:p>
                  </a:txBody>
                  <a:tcPr marL="91440" marR="91440" marT="45720" marB="45720">
                    <a:solidFill>
                      <a:srgbClr val="4D0C7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E007 A3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0.2470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Текущий baseline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E010 mean+max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0.2240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Ниже E007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E015 pixel transfer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0.1321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Ниже scratch контроля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E019 focal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0.2684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92035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Нет устойчивого прироста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2c799cd67b4de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5BEAC-6C29-4338-AAF7-CE41F37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Метрики и анализ ошибок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5C166-BF56-407D-BF31-97C1B022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287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E007 A3: proxy macro-F1 0.24697. Не image-level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E024 router на внешних рентгенограммах: balanced accuracy 0.899; 42 из 208 hip направлены в spine.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E025: общий study-bag вектор у двух hip файлов — ожидаемая работа MIL.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b0fde6988ab4df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C6FD5-1321-4C9C-A3C2-0B5DFFD8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Работающий web UI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41d110c9241d2"/>
          <a:stretch xmlns:a="http://schemas.openxmlformats.org/drawingml/2006/main"/>
        </p:blipFill>
        <p:spPr>
          <a:xfrm xmlns:a="http://schemas.openxmlformats.org/drawingml/2006/main">
            <a:off x="2838336" y="2333625"/>
            <a:ext cx="6515327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37efddf01b146b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3A131F-7C3F-4FDF-BFE0-B24B276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Развёртывание и скорость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B3F51-2EC6-43DE-AEAF-6B834DA4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287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Docker: закреплённые зависимости, offline inference, healthcheck.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Nginx → 127.0.0.1:8000 → контейнер DXA QC.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Финальный image benchmark ещё не подтверждён: Docker daemon локально недоступен, сервер не отвечает по SSH. Исторические времена не заменяют новый замер.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2a4ea55427549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13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D02DF-E861-489F-9245-77D2BAB0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906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4D0C73"/>
                </a:solidFill>
                <a:latin typeface="Montserrat"/>
                <a:ea typeface="Montserrat"/>
                <a:cs typeface="Montserrat"/>
              </a:rPr>
              <a:t>Ограничения и развитие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E727E-E620-4054-AC2C-A86BE8A8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0287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Нет экспертных DXA image-level меток для клинической оценки.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Router имеет ошибки на внешнем домене. Сторона бедра не подтверждена.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Геометрические мм/углы требуют применимой калибровки и экспертных landmarks.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292035"/>
                </a:solidFill>
                <a:latin typeface="Montserrat"/>
                <a:ea typeface="Montserrat"/>
                <a:cs typeface="Montserrat"/>
              </a:rPr>
              <a:t>Следующий шаг: независимая экспертная DXA validation.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8BC4D-C9F7-4261-A606-41239824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DXA QC  /  WWTEAM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6DEA5-4585-4DCC-BC60-BE05519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WWTEAM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1C3EB-EF07-4B50-BF30-C66215E0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DXA QC · демонстрационный прототип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Telegram: phnid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E-mail: nikkruglov16@gmail.com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2026-09-29T13:21:41.0790000Z</dcterms:created>
  <dcterms:modified xsi:type="dcterms:W3CDTF">2026-09-29T13:21:41.0790000Z</dcterms:modified>
</coreProperties>
</file>